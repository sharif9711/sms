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4630400" cy="8229600"/>
  <p:notesSz cx="8229600" cy="14630400"/>
  <p:embeddedFontLst>
    <p:embeddedFont>
      <p:font typeface="Fraunces Extra Bold" panose="020B0600000101010101" charset="0"/>
      <p:regular r:id="rId12"/>
    </p:embeddedFont>
    <p:embeddedFont>
      <p:font typeface="Nobile" panose="020B0600000101010101" charset="0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434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rinng.github.io/sm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3408878"/>
            <a:ext cx="67166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QR 코드 기반 문자 전송 웹앱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발표자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윤유솔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| 2025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486400" cy="8230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31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개발 배경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2608"/>
            <a:ext cx="66340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문자 단체 발송의 불편함을 해결하다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9065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기존 방식의 한계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8770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유료 단체문자 서비스 이용 필수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299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무료 전송 시 수동으로 하나씩 발송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721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반복 작업으로 인한 시간 낭비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142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별도 플랫폼 가입 및 인증 필요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9065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해결하고자 한 문제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48770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highlight>
                  <a:srgbClr val="DFEEE2"/>
                </a:highlight>
                <a:latin typeface="Nobile" pitchFamily="34" charset="0"/>
                <a:ea typeface="Nobile" pitchFamily="34" charset="-122"/>
                <a:cs typeface="Nobile" pitchFamily="34" charset="-120"/>
              </a:rPr>
              <a:t>"내 스마트폰을 그대로 활용해서 무료로 단체 문자를 보내고 싶다"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546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이러한 불편함을 해결하기 위해 실용적이고 간편한 웹앱 개발을 시작했습니다.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53745" y="524351"/>
            <a:ext cx="4766905" cy="59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핵심 아이디어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153745" y="1406247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53745" y="1707356"/>
            <a:ext cx="7809309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6153745" y="1848326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PC에서 정보 입력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153745" y="2260521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번호와 메시지를 편리하게 입력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53745" y="2899053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53745" y="3200162"/>
            <a:ext cx="7809309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7"/>
          <p:cNvSpPr/>
          <p:nvPr/>
        </p:nvSpPr>
        <p:spPr>
          <a:xfrm>
            <a:off x="6153745" y="3341132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QR 코드 생성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153745" y="3753326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입력한 정보를 QR로 변환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53745" y="4391858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3745" y="4692968"/>
            <a:ext cx="7809309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6153745" y="4833937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모바일 접속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153745" y="5246132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스마트폰으로 QR 스캔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53745" y="5884664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53745" y="6185773"/>
            <a:ext cx="7809309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8" name="Text 15"/>
          <p:cNvSpPr/>
          <p:nvPr/>
        </p:nvSpPr>
        <p:spPr>
          <a:xfrm>
            <a:off x="6153745" y="6326743"/>
            <a:ext cx="238339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자동 문자 발송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153745" y="6738938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버튼 클릭으로 즉시 전송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53745" y="7401282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유료 API 없이 내 휴대폰의 기본 문자 앱을 그대로 활용하는 혁신적인 방식입니다.</a:t>
            </a:r>
            <a:endParaRPr lang="en-US" sz="15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EBF6774-CCDA-FFB7-D003-2F46545931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58" t="3225" r="26250" b="12546"/>
          <a:stretch>
            <a:fillRect/>
          </a:stretch>
        </p:blipFill>
        <p:spPr>
          <a:xfrm>
            <a:off x="243449" y="1848326"/>
            <a:ext cx="4333461" cy="5367218"/>
          </a:xfrm>
          <a:prstGeom prst="rect">
            <a:avLst/>
          </a:prstGeom>
          <a:ln w="41275"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주요 기능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8391"/>
            <a:ext cx="4196358" cy="2214205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>
            <a:solidFill>
              <a:schemeClr val="accent1">
                <a:shade val="15000"/>
              </a:schemeClr>
            </a:solidFill>
          </a:ln>
        </p:spPr>
      </p:sp>
      <p:sp>
        <p:nvSpPr>
          <p:cNvPr id="4" name="Shape 2"/>
          <p:cNvSpPr/>
          <p:nvPr/>
        </p:nvSpPr>
        <p:spPr>
          <a:xfrm>
            <a:off x="1020604" y="2595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78225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다중 번호 입력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여러 전화번호를 한 번에 입력 가능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368391"/>
            <a:ext cx="4196358" cy="2214205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>
            <a:solidFill>
              <a:schemeClr val="accent1">
                <a:shade val="15000"/>
              </a:schemeClr>
            </a:solidFill>
          </a:ln>
        </p:spPr>
      </p:sp>
      <p:sp>
        <p:nvSpPr>
          <p:cNvPr id="9" name="Shape 6"/>
          <p:cNvSpPr/>
          <p:nvPr/>
        </p:nvSpPr>
        <p:spPr>
          <a:xfrm>
            <a:off x="5443776" y="2595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278225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QR 코드 생성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모바일 연결을 위한 자동 생성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368391"/>
            <a:ext cx="4196358" cy="2214205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>
            <a:solidFill>
              <a:schemeClr val="accent1">
                <a:shade val="15000"/>
              </a:schemeClr>
            </a:solidFill>
          </a:ln>
        </p:spPr>
      </p:sp>
      <p:sp>
        <p:nvSpPr>
          <p:cNvPr id="14" name="Shape 10"/>
          <p:cNvSpPr/>
          <p:nvPr/>
        </p:nvSpPr>
        <p:spPr>
          <a:xfrm>
            <a:off x="9866948" y="2595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278225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전체 전송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모든 번호에 한 번에 문자 발송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809411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>
            <a:solidFill>
              <a:schemeClr val="accent1">
                <a:shade val="15000"/>
              </a:schemeClr>
            </a:solidFill>
          </a:ln>
        </p:spPr>
      </p:sp>
      <p:sp>
        <p:nvSpPr>
          <p:cNvPr id="19" name="Shape 14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개별 전송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43389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각 번호별 개별 버튼 자동 생성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809411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E8F3E8"/>
          </a:solidFill>
          <a:ln>
            <a:solidFill>
              <a:schemeClr val="accent1">
                <a:shade val="15000"/>
              </a:schemeClr>
            </a:solidFill>
          </a:ln>
        </p:spPr>
      </p:sp>
      <p:sp>
        <p:nvSpPr>
          <p:cNvPr id="24" name="Shape 18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OS 자동 호환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43389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아이폰과 안드로이드 모두 지원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79256" y="1213570"/>
            <a:ext cx="4725472" cy="59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시스템 구조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679256" y="1879844"/>
            <a:ext cx="4961573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PC에서 모바일까지 완벽한 연동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256" y="2635771"/>
            <a:ext cx="944999" cy="1134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13207" y="2824724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PC 웹앱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813207" y="3233346"/>
            <a:ext cx="12173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번호·메시지 입력 후 QR 코드 생성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256" y="3769842"/>
            <a:ext cx="944999" cy="1134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13207" y="3958794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모바일 접속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813207" y="4367416"/>
            <a:ext cx="12173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QR 스캔으로 전송 버튼 화면 표시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256" y="4903912"/>
            <a:ext cx="944999" cy="1134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813207" y="5092864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문자앱 실행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813207" y="5501487"/>
            <a:ext cx="12173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OS별 SMS 프로토콜 자동 호출</a:t>
            </a:r>
            <a:endParaRPr lang="en-US" sz="145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C2B2E8B-A6EF-ED51-A477-6598EFC96B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390" r="18495"/>
          <a:stretch>
            <a:fillRect/>
          </a:stretch>
        </p:blipFill>
        <p:spPr>
          <a:xfrm>
            <a:off x="71280" y="0"/>
            <a:ext cx="397191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0066" y="556252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3B4540"/>
                </a:solidFill>
                <a:latin typeface="+mj-ea"/>
                <a:ea typeface="+mj-ea"/>
                <a:cs typeface="Fraunces Extra Bold" pitchFamily="34" charset="-120"/>
              </a:rPr>
              <a:t>핵심 기술 요소</a:t>
            </a:r>
            <a:endParaRPr lang="en-US" sz="4050" dirty="0">
              <a:latin typeface="+mj-ea"/>
              <a:ea typeface="+mj-ea"/>
            </a:endParaRPr>
          </a:p>
        </p:txBody>
      </p:sp>
      <p:sp>
        <p:nvSpPr>
          <p:cNvPr id="4" name="Text 1"/>
          <p:cNvSpPr/>
          <p:nvPr/>
        </p:nvSpPr>
        <p:spPr>
          <a:xfrm>
            <a:off x="5459041" y="2113240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1. 동적 버튼 생성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59041" y="270593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입력된 번호 개수만큼 자동 버튼 생성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59041" y="310800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모바일 환경 최적화된 크기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59041" y="351008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직관적인 UI/UX 설계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59041" y="4174924"/>
            <a:ext cx="4579720" cy="53700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459041" y="4440079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2. OS 자동 감지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59041" y="503277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아이폰과 안드로이드 구분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59041" y="543484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각 OS에 맞는 SMS 링크 처리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59041" y="583692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별도 설정 없이 자동 호환</a:t>
            </a:r>
            <a:endParaRPr lang="en-US" sz="16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EAF6A0D-8EE2-B4D6-141D-5D0C31770FC2}"/>
              </a:ext>
            </a:extLst>
          </p:cNvPr>
          <p:cNvGrpSpPr/>
          <p:nvPr/>
        </p:nvGrpSpPr>
        <p:grpSpPr>
          <a:xfrm>
            <a:off x="1260066" y="1531728"/>
            <a:ext cx="3093006" cy="6697872"/>
            <a:chOff x="1991897" y="1266461"/>
            <a:chExt cx="3966072" cy="783734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6687C8E-3250-306E-B72C-24B005802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557" b="9307"/>
            <a:stretch>
              <a:fillRect/>
            </a:stretch>
          </p:blipFill>
          <p:spPr>
            <a:xfrm>
              <a:off x="2073060" y="2015129"/>
              <a:ext cx="3803746" cy="7088678"/>
            </a:xfrm>
            <a:prstGeom prst="rect">
              <a:avLst/>
            </a:prstGeom>
          </p:spPr>
        </p:pic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8F258E3-5F07-BA04-4397-E0B1B0E093EC}"/>
                </a:ext>
              </a:extLst>
            </p:cNvPr>
            <p:cNvSpPr/>
            <p:nvPr/>
          </p:nvSpPr>
          <p:spPr>
            <a:xfrm>
              <a:off x="1991897" y="1266461"/>
              <a:ext cx="3966072" cy="7557571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14601"/>
            <a:ext cx="5587841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모바일 화면 구현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2241" y="1402318"/>
            <a:ext cx="4470321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QR 스캔 후 접속 결과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234351" y="2547580"/>
            <a:ext cx="7621429" cy="1438156"/>
          </a:xfrm>
          <a:prstGeom prst="roundRect">
            <a:avLst>
              <a:gd name="adj" fmla="val 13988"/>
            </a:avLst>
          </a:prstGeom>
          <a:solidFill>
            <a:srgbClr val="FAFFFA"/>
          </a:solidFill>
          <a:ln w="73025">
            <a:solidFill>
              <a:srgbClr val="CED9C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88311" y="2801541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전체에게 문자 보내기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488311" y="3374231"/>
            <a:ext cx="711350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한 번의 클릭으로 모든 번호에 전송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34351" y="4209217"/>
            <a:ext cx="7621429" cy="1438156"/>
          </a:xfrm>
          <a:prstGeom prst="roundRect">
            <a:avLst>
              <a:gd name="adj" fmla="val 13988"/>
            </a:avLst>
          </a:prstGeom>
          <a:solidFill>
            <a:srgbClr val="FAFFFA"/>
          </a:solidFill>
          <a:ln w="73025">
            <a:solidFill>
              <a:srgbClr val="CED9C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8311" y="4463177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개별 문자 보내기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6488311" y="5035867"/>
            <a:ext cx="711350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각 번호별로 생성된 개별 버튼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34351" y="5898713"/>
            <a:ext cx="7621429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버튼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클릭 시 바로 스마트폰의 기본 문자앱이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실행되어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즉시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발송할 수 있습니다.</a:t>
            </a:r>
            <a:endParaRPr lang="en-US" sz="175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320C341-A857-06C0-9413-6E7758F9E86D}"/>
              </a:ext>
            </a:extLst>
          </p:cNvPr>
          <p:cNvGrpSpPr/>
          <p:nvPr/>
        </p:nvGrpSpPr>
        <p:grpSpPr>
          <a:xfrm>
            <a:off x="1159837" y="2050374"/>
            <a:ext cx="2776060" cy="5771722"/>
            <a:chOff x="1991897" y="1266461"/>
            <a:chExt cx="3966072" cy="783734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5DA6C3D-4F33-876F-AFA1-179AE55D9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557" b="9307"/>
            <a:stretch>
              <a:fillRect/>
            </a:stretch>
          </p:blipFill>
          <p:spPr>
            <a:xfrm>
              <a:off x="2073060" y="2015129"/>
              <a:ext cx="3803746" cy="7088678"/>
            </a:xfrm>
            <a:prstGeom prst="rect">
              <a:avLst/>
            </a:prstGeom>
          </p:spPr>
        </p:pic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5374249-98A6-5318-50CA-AF0F4C6F8D30}"/>
                </a:ext>
              </a:extLst>
            </p:cNvPr>
            <p:cNvSpPr/>
            <p:nvPr/>
          </p:nvSpPr>
          <p:spPr>
            <a:xfrm>
              <a:off x="1991897" y="1266461"/>
              <a:ext cx="3966072" cy="7557571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5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기대 효과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288977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비용 절감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문자 전송 비용이 전혀 들지 않으며,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유료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서비스 구독이 필요 없습니다.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28897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시간 절약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반복되는 문자 업무 시간을 대폭 줄일 수 있습니다.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다양한 활용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377107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단체문자,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행사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안내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등 여러 상황에서 활용 가능합니다.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간편한 사용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377107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내 스마트폰으로 즉시 전송 가능하며,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별도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인증이나 로그인이 필요 없습니다.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9140" y="581144"/>
            <a:ext cx="5279588" cy="65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프로젝트 성과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39140" y="1557695"/>
            <a:ext cx="7665720" cy="1216700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 w="63500">
            <a:solidFill>
              <a:srgbClr val="CED9CE"/>
            </a:solidFill>
          </a:ln>
        </p:spPr>
      </p:sp>
      <p:sp>
        <p:nvSpPr>
          <p:cNvPr id="5" name="Text 2"/>
          <p:cNvSpPr/>
          <p:nvPr/>
        </p:nvSpPr>
        <p:spPr>
          <a:xfrm>
            <a:off x="950238" y="1768793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맞춤형 개발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50238" y="2225397"/>
            <a:ext cx="724352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필요한 기능만 선별하여 최적화된 솔루션 구현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39140" y="2985492"/>
            <a:ext cx="7665720" cy="1216700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 w="63500">
            <a:solidFill>
              <a:srgbClr val="CED9CE"/>
            </a:solidFill>
          </a:ln>
        </p:spPr>
      </p:sp>
      <p:sp>
        <p:nvSpPr>
          <p:cNvPr id="8" name="Text 5"/>
          <p:cNvSpPr/>
          <p:nvPr/>
        </p:nvSpPr>
        <p:spPr>
          <a:xfrm>
            <a:off x="950238" y="3196590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크로스 플랫폼 경험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50238" y="3653195"/>
            <a:ext cx="724352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PC와 모바일 연동을 통한 실무 개발 역량 강화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9140" y="4413290"/>
            <a:ext cx="7665720" cy="1216700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 w="63500">
            <a:solidFill>
              <a:srgbClr val="CED9CE"/>
            </a:solidFill>
          </a:ln>
        </p:spPr>
      </p:sp>
      <p:sp>
        <p:nvSpPr>
          <p:cNvPr id="11" name="Text 8"/>
          <p:cNvSpPr/>
          <p:nvPr/>
        </p:nvSpPr>
        <p:spPr>
          <a:xfrm>
            <a:off x="950238" y="4624388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웹 기술 습득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50238" y="5080992"/>
            <a:ext cx="724352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HTML, CSS, JavaScript 기반 웹앱 제작 기술 확보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39140" y="5841087"/>
            <a:ext cx="7665720" cy="1216700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 w="63500">
            <a:solidFill>
              <a:srgbClr val="CED9CE"/>
            </a:solidFill>
          </a:ln>
        </p:spPr>
      </p:sp>
      <p:sp>
        <p:nvSpPr>
          <p:cNvPr id="14" name="Text 11"/>
          <p:cNvSpPr/>
          <p:nvPr/>
        </p:nvSpPr>
        <p:spPr>
          <a:xfrm>
            <a:off x="950238" y="6052185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확장 가능성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950238" y="6508790"/>
            <a:ext cx="724352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향후 기능 추가 및 서비스 확장 기반 마련</a:t>
            </a:r>
            <a:endParaRPr lang="en-US" sz="165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9B5AB09B-1C6A-C92C-8FF3-F21B9BAED29B}"/>
              </a:ext>
            </a:extLst>
          </p:cNvPr>
          <p:cNvSpPr/>
          <p:nvPr/>
        </p:nvSpPr>
        <p:spPr>
          <a:xfrm>
            <a:off x="9132323" y="1550009"/>
            <a:ext cx="3658260" cy="5507778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 w="63500">
            <a:solidFill>
              <a:srgbClr val="CED9CE"/>
            </a:solidFill>
          </a:ln>
        </p:spPr>
        <p:txBody>
          <a:bodyPr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>
                <a:hlinkClick r:id="rId3" tooltip="문자"/>
              </a:rPr>
              <a:t>https://sorinng.github.io/sms/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388</Words>
  <Application>Microsoft Office PowerPoint</Application>
  <PresentationFormat>사용자 지정</PresentationFormat>
  <Paragraphs>100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Fraunces Light</vt:lpstr>
      <vt:lpstr>Fraunces Extra Bold</vt:lpstr>
      <vt:lpstr>Nobile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Administrator</cp:lastModifiedBy>
  <cp:revision>2</cp:revision>
  <dcterms:created xsi:type="dcterms:W3CDTF">2025-11-19T03:41:18Z</dcterms:created>
  <dcterms:modified xsi:type="dcterms:W3CDTF">2025-11-19T04:04:07Z</dcterms:modified>
</cp:coreProperties>
</file>